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68" r:id="rId2"/>
    <p:sldId id="533" r:id="rId3"/>
    <p:sldId id="534" r:id="rId4"/>
    <p:sldId id="535" r:id="rId5"/>
    <p:sldId id="536" r:id="rId6"/>
    <p:sldId id="538" r:id="rId7"/>
    <p:sldId id="537" r:id="rId8"/>
    <p:sldId id="539" r:id="rId9"/>
    <p:sldId id="264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86369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17/10/2023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2869942" y="2201317"/>
            <a:ext cx="6453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Introduccion a express</a:t>
            </a:r>
            <a:endParaRPr lang="es-ES" sz="36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Que </a:t>
            </a:r>
            <a:r>
              <a:rPr lang="en-001" b="1" dirty="0" smtClean="0">
                <a:solidFill>
                  <a:schemeClr val="bg1"/>
                </a:solidFill>
              </a:rPr>
              <a:t>es express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22365" y="183857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Express es una infraestructura de aplicaciones web Node.js mínima y flexible que proporciona un conjunto sólido de características para las aplicaciones web y móviles (Framework).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 miles de métodos de programa de utilidad HTTP y middleware a su disposición, la creación de una API sólida es rápida y sencilla.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559" y="1939256"/>
            <a:ext cx="3492462" cy="130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Conectar con express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814252" y="185933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 err="1"/>
              <a:t>const</a:t>
            </a:r>
            <a:r>
              <a:rPr lang="es-CO" dirty="0"/>
              <a:t> </a:t>
            </a:r>
            <a:r>
              <a:rPr lang="es-CO" dirty="0" err="1"/>
              <a:t>express</a:t>
            </a:r>
            <a:r>
              <a:rPr lang="es-CO" dirty="0"/>
              <a:t> = </a:t>
            </a:r>
            <a:r>
              <a:rPr lang="es-CO" dirty="0" err="1"/>
              <a:t>require</a:t>
            </a:r>
            <a:r>
              <a:rPr lang="es-CO" dirty="0"/>
              <a:t>("</a:t>
            </a:r>
            <a:r>
              <a:rPr lang="es-CO" dirty="0" err="1"/>
              <a:t>express</a:t>
            </a:r>
            <a:r>
              <a:rPr lang="es-CO" dirty="0"/>
              <a:t>");</a:t>
            </a:r>
          </a:p>
          <a:p>
            <a:r>
              <a:rPr lang="es-CO" dirty="0" err="1"/>
              <a:t>const</a:t>
            </a:r>
            <a:r>
              <a:rPr lang="es-CO" dirty="0"/>
              <a:t> app = </a:t>
            </a:r>
            <a:r>
              <a:rPr lang="es-CO" dirty="0" err="1"/>
              <a:t>express</a:t>
            </a:r>
            <a:r>
              <a:rPr lang="es-CO" dirty="0"/>
              <a:t>();</a:t>
            </a:r>
          </a:p>
          <a:p>
            <a:r>
              <a:rPr lang="es-CO" dirty="0" err="1"/>
              <a:t>const</a:t>
            </a:r>
            <a:r>
              <a:rPr lang="es-CO" dirty="0"/>
              <a:t> </a:t>
            </a:r>
            <a:r>
              <a:rPr lang="es-CO" dirty="0" err="1"/>
              <a:t>port</a:t>
            </a:r>
            <a:r>
              <a:rPr lang="es-CO" dirty="0"/>
              <a:t> = 3000;</a:t>
            </a:r>
          </a:p>
          <a:p>
            <a:endParaRPr lang="es-CO" dirty="0"/>
          </a:p>
          <a:p>
            <a:r>
              <a:rPr lang="es-CO" dirty="0" err="1"/>
              <a:t>app.get</a:t>
            </a:r>
            <a:r>
              <a:rPr lang="es-CO" dirty="0"/>
              <a:t>("/", (</a:t>
            </a:r>
            <a:r>
              <a:rPr lang="es-CO" dirty="0" err="1"/>
              <a:t>req</a:t>
            </a:r>
            <a:r>
              <a:rPr lang="es-CO" dirty="0"/>
              <a:t>, res) =&gt; {</a:t>
            </a:r>
          </a:p>
          <a:p>
            <a:r>
              <a:rPr lang="es-CO" dirty="0"/>
              <a:t>  </a:t>
            </a:r>
            <a:r>
              <a:rPr lang="es-CO" dirty="0" err="1"/>
              <a:t>res.send</a:t>
            </a:r>
            <a:r>
              <a:rPr lang="es-CO" dirty="0"/>
              <a:t>("Mi respuesta desde </a:t>
            </a:r>
            <a:r>
              <a:rPr lang="es-CO" dirty="0" err="1"/>
              <a:t>express</a:t>
            </a:r>
            <a:r>
              <a:rPr lang="es-CO" dirty="0"/>
              <a:t>");</a:t>
            </a:r>
          </a:p>
          <a:p>
            <a:r>
              <a:rPr lang="es-CO" dirty="0"/>
              <a:t>});</a:t>
            </a:r>
          </a:p>
          <a:p>
            <a:endParaRPr lang="es-CO" dirty="0"/>
          </a:p>
          <a:p>
            <a:r>
              <a:rPr lang="es-CO" dirty="0" err="1"/>
              <a:t>app.listen</a:t>
            </a:r>
            <a:r>
              <a:rPr lang="es-CO" dirty="0"/>
              <a:t>(</a:t>
            </a:r>
            <a:r>
              <a:rPr lang="es-CO" dirty="0" err="1"/>
              <a:t>port</a:t>
            </a:r>
            <a:r>
              <a:rPr lang="es-CO" dirty="0"/>
              <a:t>, () =&gt; {</a:t>
            </a:r>
          </a:p>
          <a:p>
            <a:r>
              <a:rPr lang="es-CO" dirty="0"/>
              <a:t>  console.log('Servidor a su servicio de puerto', </a:t>
            </a:r>
            <a:r>
              <a:rPr lang="es-CO" dirty="0" err="1"/>
              <a:t>port</a:t>
            </a:r>
            <a:r>
              <a:rPr lang="es-CO" dirty="0"/>
              <a:t>);</a:t>
            </a:r>
          </a:p>
          <a:p>
            <a:r>
              <a:rPr lang="es-CO" dirty="0"/>
              <a:t>});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56" y="2029754"/>
            <a:ext cx="3486502" cy="6220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749" y="3382508"/>
            <a:ext cx="3811660" cy="134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Rutas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709749" y="1827857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 err="1"/>
              <a:t>const</a:t>
            </a:r>
            <a:r>
              <a:rPr lang="es-CO" dirty="0"/>
              <a:t> </a:t>
            </a:r>
            <a:r>
              <a:rPr lang="es-CO" dirty="0" err="1"/>
              <a:t>express</a:t>
            </a:r>
            <a:r>
              <a:rPr lang="es-CO" dirty="0"/>
              <a:t> = </a:t>
            </a:r>
            <a:r>
              <a:rPr lang="es-CO" dirty="0" err="1"/>
              <a:t>require</a:t>
            </a:r>
            <a:r>
              <a:rPr lang="es-CO" dirty="0"/>
              <a:t>("</a:t>
            </a:r>
            <a:r>
              <a:rPr lang="es-CO" dirty="0" err="1"/>
              <a:t>express</a:t>
            </a:r>
            <a:r>
              <a:rPr lang="es-CO" dirty="0"/>
              <a:t>");</a:t>
            </a:r>
          </a:p>
          <a:p>
            <a:r>
              <a:rPr lang="es-CO" dirty="0" err="1"/>
              <a:t>const</a:t>
            </a:r>
            <a:r>
              <a:rPr lang="es-CO" dirty="0"/>
              <a:t> app = </a:t>
            </a:r>
            <a:r>
              <a:rPr lang="es-CO" dirty="0" err="1"/>
              <a:t>express</a:t>
            </a:r>
            <a:r>
              <a:rPr lang="es-CO" dirty="0"/>
              <a:t>();</a:t>
            </a:r>
          </a:p>
          <a:p>
            <a:r>
              <a:rPr lang="es-CO" dirty="0" err="1"/>
              <a:t>const</a:t>
            </a:r>
            <a:r>
              <a:rPr lang="es-CO" dirty="0"/>
              <a:t> </a:t>
            </a:r>
            <a:r>
              <a:rPr lang="es-CO" dirty="0" err="1"/>
              <a:t>port</a:t>
            </a:r>
            <a:r>
              <a:rPr lang="es-CO" dirty="0"/>
              <a:t> = 3000;</a:t>
            </a:r>
          </a:p>
          <a:p>
            <a:endParaRPr lang="es-CO" dirty="0"/>
          </a:p>
          <a:p>
            <a:r>
              <a:rPr lang="es-CO" dirty="0" err="1"/>
              <a:t>app.get</a:t>
            </a:r>
            <a:r>
              <a:rPr lang="es-CO" dirty="0"/>
              <a:t>("/", (</a:t>
            </a:r>
            <a:r>
              <a:rPr lang="es-CO" dirty="0" err="1"/>
              <a:t>req</a:t>
            </a:r>
            <a:r>
              <a:rPr lang="es-CO" dirty="0"/>
              <a:t>, res) =&gt; {</a:t>
            </a:r>
          </a:p>
          <a:p>
            <a:r>
              <a:rPr lang="es-CO" dirty="0"/>
              <a:t>  </a:t>
            </a:r>
            <a:r>
              <a:rPr lang="es-CO" dirty="0" err="1"/>
              <a:t>res.send</a:t>
            </a:r>
            <a:r>
              <a:rPr lang="es-CO" dirty="0"/>
              <a:t>("Mi respuesta desde </a:t>
            </a:r>
            <a:r>
              <a:rPr lang="es-CO" dirty="0" err="1"/>
              <a:t>express</a:t>
            </a:r>
            <a:r>
              <a:rPr lang="es-CO" dirty="0"/>
              <a:t>");</a:t>
            </a:r>
          </a:p>
          <a:p>
            <a:r>
              <a:rPr lang="es-CO" dirty="0"/>
              <a:t>});</a:t>
            </a:r>
          </a:p>
          <a:p>
            <a:endParaRPr lang="es-CO" dirty="0"/>
          </a:p>
          <a:p>
            <a:r>
              <a:rPr lang="es-CO" dirty="0" err="1">
                <a:solidFill>
                  <a:srgbClr val="FF0000"/>
                </a:solidFill>
              </a:rPr>
              <a:t>app.get</a:t>
            </a:r>
            <a:r>
              <a:rPr lang="es-CO" dirty="0">
                <a:solidFill>
                  <a:srgbClr val="FF0000"/>
                </a:solidFill>
              </a:rPr>
              <a:t>("/contacto", (</a:t>
            </a:r>
            <a:r>
              <a:rPr lang="es-CO" dirty="0" err="1">
                <a:solidFill>
                  <a:srgbClr val="FF0000"/>
                </a:solidFill>
              </a:rPr>
              <a:t>req</a:t>
            </a:r>
            <a:r>
              <a:rPr lang="es-CO" dirty="0">
                <a:solidFill>
                  <a:srgbClr val="FF0000"/>
                </a:solidFill>
              </a:rPr>
              <a:t>, res) =&gt; {</a:t>
            </a:r>
          </a:p>
          <a:p>
            <a:r>
              <a:rPr lang="es-CO" dirty="0">
                <a:solidFill>
                  <a:srgbClr val="FF0000"/>
                </a:solidFill>
              </a:rPr>
              <a:t>  </a:t>
            </a:r>
            <a:r>
              <a:rPr lang="es-CO" dirty="0" err="1">
                <a:solidFill>
                  <a:srgbClr val="FF0000"/>
                </a:solidFill>
              </a:rPr>
              <a:t>res.send</a:t>
            </a:r>
            <a:r>
              <a:rPr lang="es-CO" dirty="0">
                <a:solidFill>
                  <a:srgbClr val="FF0000"/>
                </a:solidFill>
              </a:rPr>
              <a:t>("ruta de contacto");</a:t>
            </a:r>
          </a:p>
          <a:p>
            <a:r>
              <a:rPr lang="es-CO" dirty="0">
                <a:solidFill>
                  <a:srgbClr val="FF0000"/>
                </a:solidFill>
              </a:rPr>
              <a:t>});</a:t>
            </a:r>
          </a:p>
          <a:p>
            <a:endParaRPr lang="es-CO" dirty="0"/>
          </a:p>
          <a:p>
            <a:r>
              <a:rPr lang="es-CO" dirty="0" err="1"/>
              <a:t>app.listen</a:t>
            </a:r>
            <a:r>
              <a:rPr lang="es-CO" dirty="0"/>
              <a:t>(</a:t>
            </a:r>
            <a:r>
              <a:rPr lang="es-CO" dirty="0" err="1"/>
              <a:t>port</a:t>
            </a:r>
            <a:r>
              <a:rPr lang="es-CO" dirty="0"/>
              <a:t>, () =&gt; {</a:t>
            </a:r>
          </a:p>
          <a:p>
            <a:r>
              <a:rPr lang="es-CO" dirty="0"/>
              <a:t>  console.log('Servidor a su servicio de puerto', </a:t>
            </a:r>
            <a:r>
              <a:rPr lang="es-CO" dirty="0" err="1"/>
              <a:t>port</a:t>
            </a:r>
            <a:r>
              <a:rPr lang="es-CO" dirty="0"/>
              <a:t>);</a:t>
            </a:r>
          </a:p>
          <a:p>
            <a:r>
              <a:rPr lang="es-CO" dirty="0"/>
              <a:t>});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75494"/>
            <a:ext cx="4915521" cy="125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Archivos estaticos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30925" y="176700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Para el servicio de archivos estáticos como, por ejemplo, imágenes, archivos CSS y archivos JavaScript, utilice la función de middleware incorporado </a:t>
            </a:r>
            <a:r>
              <a:rPr lang="es-ES" dirty="0" err="1"/>
              <a:t>express.static</a:t>
            </a:r>
            <a:r>
              <a:rPr lang="es-ES" dirty="0"/>
              <a:t> de Express.</a:t>
            </a:r>
          </a:p>
          <a:p>
            <a:endParaRPr lang="es-ES" dirty="0"/>
          </a:p>
          <a:p>
            <a:r>
              <a:rPr lang="es-ES" dirty="0"/>
              <a:t>Cree una carpeta </a:t>
            </a:r>
            <a:r>
              <a:rPr lang="es-ES" dirty="0" err="1"/>
              <a:t>public</a:t>
            </a:r>
            <a:r>
              <a:rPr lang="es-ES" dirty="0"/>
              <a:t> con un archivo index.html</a:t>
            </a:r>
            <a:endParaRPr lang="es-CO" dirty="0"/>
          </a:p>
        </p:txBody>
      </p:sp>
      <p:sp>
        <p:nvSpPr>
          <p:cNvPr id="3" name="Rectángulo 2"/>
          <p:cNvSpPr/>
          <p:nvPr/>
        </p:nvSpPr>
        <p:spPr>
          <a:xfrm>
            <a:off x="435428" y="3586452"/>
            <a:ext cx="4612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 err="1">
                <a:solidFill>
                  <a:srgbClr val="FF0000"/>
                </a:solidFill>
              </a:rPr>
              <a:t>app.use</a:t>
            </a:r>
            <a:r>
              <a:rPr lang="es-CO" dirty="0">
                <a:solidFill>
                  <a:srgbClr val="FF0000"/>
                </a:solidFill>
              </a:rPr>
              <a:t>(</a:t>
            </a:r>
            <a:r>
              <a:rPr lang="es-CO" dirty="0" err="1">
                <a:solidFill>
                  <a:srgbClr val="FF0000"/>
                </a:solidFill>
              </a:rPr>
              <a:t>express.static</a:t>
            </a:r>
            <a:r>
              <a:rPr lang="es-CO" dirty="0">
                <a:solidFill>
                  <a:srgbClr val="FF0000"/>
                </a:solidFill>
              </a:rPr>
              <a:t>(__</a:t>
            </a:r>
            <a:r>
              <a:rPr lang="es-CO" dirty="0" err="1">
                <a:solidFill>
                  <a:srgbClr val="FF0000"/>
                </a:solidFill>
              </a:rPr>
              <a:t>dirname</a:t>
            </a:r>
            <a:r>
              <a:rPr lang="es-CO" dirty="0">
                <a:solidFill>
                  <a:srgbClr val="FF0000"/>
                </a:solidFill>
              </a:rPr>
              <a:t> + "/</a:t>
            </a:r>
            <a:r>
              <a:rPr lang="es-CO" dirty="0" err="1">
                <a:solidFill>
                  <a:srgbClr val="FF0000"/>
                </a:solidFill>
              </a:rPr>
              <a:t>public</a:t>
            </a:r>
            <a:r>
              <a:rPr lang="es-CO" dirty="0">
                <a:solidFill>
                  <a:srgbClr val="FF0000"/>
                </a:solidFill>
              </a:rPr>
              <a:t>"));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443" y="1736833"/>
            <a:ext cx="5286375" cy="295275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925" y="5234940"/>
            <a:ext cx="35242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4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Index.html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05692" y="174428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/>
              <a:t>&lt;!DOCTYPE </a:t>
            </a:r>
            <a:r>
              <a:rPr lang="es-CO" dirty="0" err="1"/>
              <a:t>html</a:t>
            </a:r>
            <a:r>
              <a:rPr lang="es-CO" dirty="0"/>
              <a:t>&gt;</a:t>
            </a:r>
          </a:p>
          <a:p>
            <a:r>
              <a:rPr lang="es-CO" dirty="0"/>
              <a:t>&lt;</a:t>
            </a:r>
            <a:r>
              <a:rPr lang="es-CO" dirty="0" err="1"/>
              <a:t>html</a:t>
            </a:r>
            <a:r>
              <a:rPr lang="es-CO" dirty="0"/>
              <a:t> </a:t>
            </a:r>
            <a:r>
              <a:rPr lang="es-CO" dirty="0" err="1"/>
              <a:t>lang</a:t>
            </a:r>
            <a:r>
              <a:rPr lang="es-CO" dirty="0"/>
              <a:t>="es"&gt;</a:t>
            </a:r>
          </a:p>
          <a:p>
            <a:r>
              <a:rPr lang="es-CO" dirty="0"/>
              <a:t>  &lt;head&gt;</a:t>
            </a:r>
          </a:p>
          <a:p>
            <a:r>
              <a:rPr lang="es-CO" dirty="0"/>
              <a:t>    &lt;meta </a:t>
            </a:r>
            <a:r>
              <a:rPr lang="es-CO" dirty="0" err="1"/>
              <a:t>charset</a:t>
            </a:r>
            <a:r>
              <a:rPr lang="es-CO" dirty="0"/>
              <a:t>="UTF-8" /&gt;</a:t>
            </a:r>
          </a:p>
          <a:p>
            <a:r>
              <a:rPr lang="es-CO" dirty="0"/>
              <a:t>    &lt;meta </a:t>
            </a:r>
            <a:r>
              <a:rPr lang="es-CO" dirty="0" err="1"/>
              <a:t>name</a:t>
            </a:r>
            <a:r>
              <a:rPr lang="es-CO" dirty="0"/>
              <a:t>="</a:t>
            </a:r>
            <a:r>
              <a:rPr lang="es-CO" dirty="0" err="1"/>
              <a:t>viewport</a:t>
            </a:r>
            <a:r>
              <a:rPr lang="es-CO" dirty="0"/>
              <a:t>" </a:t>
            </a:r>
            <a:r>
              <a:rPr lang="es-CO" dirty="0" err="1"/>
              <a:t>content</a:t>
            </a:r>
            <a:r>
              <a:rPr lang="es-CO" dirty="0"/>
              <a:t>="</a:t>
            </a:r>
            <a:r>
              <a:rPr lang="es-CO" dirty="0" err="1"/>
              <a:t>width</a:t>
            </a:r>
            <a:r>
              <a:rPr lang="es-CO" dirty="0"/>
              <a:t>=</a:t>
            </a:r>
            <a:r>
              <a:rPr lang="es-CO" dirty="0" err="1"/>
              <a:t>device-width</a:t>
            </a:r>
            <a:r>
              <a:rPr lang="es-CO" dirty="0"/>
              <a:t>, </a:t>
            </a:r>
            <a:r>
              <a:rPr lang="es-CO" dirty="0" err="1"/>
              <a:t>initial-scale</a:t>
            </a:r>
            <a:r>
              <a:rPr lang="es-CO" dirty="0"/>
              <a:t>=1.0" /&gt;</a:t>
            </a:r>
          </a:p>
          <a:p>
            <a:r>
              <a:rPr lang="es-CO" dirty="0"/>
              <a:t>    &lt;</a:t>
            </a:r>
            <a:r>
              <a:rPr lang="es-CO" dirty="0" err="1"/>
              <a:t>title</a:t>
            </a:r>
            <a:r>
              <a:rPr lang="es-CO" dirty="0"/>
              <a:t>&gt;Principal&lt;/</a:t>
            </a:r>
            <a:r>
              <a:rPr lang="es-CO" dirty="0" err="1"/>
              <a:t>title</a:t>
            </a:r>
            <a:r>
              <a:rPr lang="es-CO" dirty="0"/>
              <a:t>&gt;</a:t>
            </a:r>
          </a:p>
          <a:p>
            <a:r>
              <a:rPr lang="es-CO" dirty="0"/>
              <a:t>  &lt;/head&gt;</a:t>
            </a:r>
          </a:p>
          <a:p>
            <a:endParaRPr lang="es-CO" dirty="0"/>
          </a:p>
          <a:p>
            <a:r>
              <a:rPr lang="es-CO" dirty="0"/>
              <a:t>  &lt;</a:t>
            </a:r>
            <a:r>
              <a:rPr lang="es-CO" dirty="0" err="1"/>
              <a:t>body</a:t>
            </a:r>
            <a:r>
              <a:rPr lang="es-CO" dirty="0"/>
              <a:t>&gt;</a:t>
            </a:r>
          </a:p>
          <a:p>
            <a:r>
              <a:rPr lang="es-CO" dirty="0"/>
              <a:t>    &lt;h2&gt;Bienvenido a la pagina principal&lt;/h2&gt;</a:t>
            </a:r>
          </a:p>
          <a:p>
            <a:r>
              <a:rPr lang="es-CO" dirty="0"/>
              <a:t>    </a:t>
            </a:r>
          </a:p>
          <a:p>
            <a:r>
              <a:rPr lang="es-CO" dirty="0"/>
              <a:t>  &lt;/</a:t>
            </a:r>
            <a:r>
              <a:rPr lang="es-CO" dirty="0" err="1"/>
              <a:t>body</a:t>
            </a:r>
            <a:r>
              <a:rPr lang="es-CO" dirty="0"/>
              <a:t>&gt;</a:t>
            </a:r>
          </a:p>
          <a:p>
            <a:r>
              <a:rPr lang="es-CO" dirty="0"/>
              <a:t>&lt;/</a:t>
            </a:r>
            <a:r>
              <a:rPr lang="es-CO" dirty="0" err="1"/>
              <a:t>html</a:t>
            </a:r>
            <a:r>
              <a:rPr lang="es-CO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4688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Middleware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05245" y="173444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En palabras simples es una acción que se ejecuta antes de nuestra función de ruta.</a:t>
            </a:r>
          </a:p>
          <a:p>
            <a:endParaRPr lang="es-ES" dirty="0"/>
          </a:p>
          <a:p>
            <a:r>
              <a:rPr lang="es-ES" dirty="0"/>
              <a:t>Configurar "Página 404"</a:t>
            </a:r>
            <a:endParaRPr lang="es-CO" dirty="0"/>
          </a:p>
        </p:txBody>
      </p:sp>
      <p:sp>
        <p:nvSpPr>
          <p:cNvPr id="6" name="Rectángulo 5"/>
          <p:cNvSpPr/>
          <p:nvPr/>
        </p:nvSpPr>
        <p:spPr>
          <a:xfrm>
            <a:off x="605245" y="33230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app.use</a:t>
            </a:r>
            <a:r>
              <a:rPr lang="en-US" dirty="0">
                <a:solidFill>
                  <a:srgbClr val="FF0000"/>
                </a:solidFill>
              </a:rPr>
              <a:t>((</a:t>
            </a:r>
            <a:r>
              <a:rPr lang="en-US" dirty="0" err="1">
                <a:solidFill>
                  <a:srgbClr val="FF0000"/>
                </a:solidFill>
              </a:rPr>
              <a:t>req</a:t>
            </a:r>
            <a:r>
              <a:rPr lang="en-US" dirty="0">
                <a:solidFill>
                  <a:srgbClr val="FF0000"/>
                </a:solidFill>
              </a:rPr>
              <a:t>, res, next) =&gt; {</a:t>
            </a:r>
          </a:p>
          <a:p>
            <a:r>
              <a:rPr lang="en-US" dirty="0">
                <a:solidFill>
                  <a:srgbClr val="FF0000"/>
                </a:solidFill>
              </a:rPr>
              <a:t>  // </a:t>
            </a:r>
            <a:r>
              <a:rPr lang="en-US" dirty="0" err="1">
                <a:solidFill>
                  <a:srgbClr val="FF0000"/>
                </a:solidFill>
              </a:rPr>
              <a:t>res.status</a:t>
            </a:r>
            <a:r>
              <a:rPr lang="en-US" dirty="0">
                <a:solidFill>
                  <a:srgbClr val="FF0000"/>
                </a:solidFill>
              </a:rPr>
              <a:t>(404).send("Sorry cant find that!");</a:t>
            </a:r>
          </a:p>
          <a:p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res.status</a:t>
            </a:r>
            <a:r>
              <a:rPr lang="en-US" dirty="0">
                <a:solidFill>
                  <a:srgbClr val="FF0000"/>
                </a:solidFill>
              </a:rPr>
              <a:t>(404).</a:t>
            </a:r>
            <a:r>
              <a:rPr lang="en-US" dirty="0" err="1">
                <a:solidFill>
                  <a:srgbClr val="FF0000"/>
                </a:solidFill>
              </a:rPr>
              <a:t>sendFile</a:t>
            </a:r>
            <a:r>
              <a:rPr lang="en-US" dirty="0">
                <a:solidFill>
                  <a:srgbClr val="FF0000"/>
                </a:solidFill>
              </a:rPr>
              <a:t>(__</a:t>
            </a:r>
            <a:r>
              <a:rPr lang="en-US" dirty="0" err="1">
                <a:solidFill>
                  <a:srgbClr val="FF0000"/>
                </a:solidFill>
              </a:rPr>
              <a:t>dirname</a:t>
            </a:r>
            <a:r>
              <a:rPr lang="en-US" dirty="0">
                <a:solidFill>
                  <a:srgbClr val="FF0000"/>
                </a:solidFill>
              </a:rPr>
              <a:t> + "/public/404.html");</a:t>
            </a:r>
          </a:p>
          <a:p>
            <a:r>
              <a:rPr lang="en-US" dirty="0">
                <a:solidFill>
                  <a:srgbClr val="FF0000"/>
                </a:solidFill>
              </a:rPr>
              <a:t>});</a:t>
            </a:r>
            <a:endParaRPr lang="es-CO" dirty="0">
              <a:solidFill>
                <a:srgbClr val="FF0000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328" y="1945070"/>
            <a:ext cx="5687672" cy="197941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28" y="4312765"/>
            <a:ext cx="4665390" cy="1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0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9BEC3C-CDEB-F757-FE4F-846FEAE9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08" y="99325"/>
            <a:ext cx="10515600" cy="1325563"/>
          </a:xfrm>
        </p:spPr>
        <p:txBody>
          <a:bodyPr/>
          <a:lstStyle/>
          <a:p>
            <a:r>
              <a:rPr lang="en-001" b="1" dirty="0" smtClean="0">
                <a:solidFill>
                  <a:schemeClr val="bg1"/>
                </a:solidFill>
              </a:rPr>
              <a:t>404.html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92182" y="152992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dirty="0"/>
              <a:t>&lt;!DOCTYPE </a:t>
            </a:r>
            <a:r>
              <a:rPr lang="es-CO" dirty="0" err="1"/>
              <a:t>html</a:t>
            </a:r>
            <a:r>
              <a:rPr lang="es-CO" dirty="0"/>
              <a:t>&gt;</a:t>
            </a:r>
          </a:p>
          <a:p>
            <a:r>
              <a:rPr lang="es-CO" dirty="0"/>
              <a:t>&lt;</a:t>
            </a:r>
            <a:r>
              <a:rPr lang="es-CO" dirty="0" err="1"/>
              <a:t>html</a:t>
            </a:r>
            <a:r>
              <a:rPr lang="es-CO" dirty="0"/>
              <a:t> </a:t>
            </a:r>
            <a:r>
              <a:rPr lang="es-CO" dirty="0" err="1"/>
              <a:t>lang</a:t>
            </a:r>
            <a:r>
              <a:rPr lang="es-CO" dirty="0"/>
              <a:t>="es"&gt;</a:t>
            </a:r>
          </a:p>
          <a:p>
            <a:r>
              <a:rPr lang="es-CO" dirty="0"/>
              <a:t>  &lt;head&gt;</a:t>
            </a:r>
          </a:p>
          <a:p>
            <a:r>
              <a:rPr lang="es-CO" dirty="0"/>
              <a:t>    &lt;meta </a:t>
            </a:r>
            <a:r>
              <a:rPr lang="es-CO" dirty="0" err="1"/>
              <a:t>charset</a:t>
            </a:r>
            <a:r>
              <a:rPr lang="es-CO" dirty="0"/>
              <a:t>="UTF-8" /&gt;</a:t>
            </a:r>
          </a:p>
          <a:p>
            <a:r>
              <a:rPr lang="es-CO" dirty="0"/>
              <a:t>    &lt;meta </a:t>
            </a:r>
            <a:r>
              <a:rPr lang="es-CO" dirty="0" err="1"/>
              <a:t>name</a:t>
            </a:r>
            <a:r>
              <a:rPr lang="es-CO" dirty="0"/>
              <a:t>="</a:t>
            </a:r>
            <a:r>
              <a:rPr lang="es-CO" dirty="0" err="1"/>
              <a:t>viewport</a:t>
            </a:r>
            <a:r>
              <a:rPr lang="es-CO" dirty="0"/>
              <a:t>" </a:t>
            </a:r>
            <a:r>
              <a:rPr lang="es-CO" dirty="0" err="1"/>
              <a:t>content</a:t>
            </a:r>
            <a:r>
              <a:rPr lang="es-CO" dirty="0"/>
              <a:t>="</a:t>
            </a:r>
            <a:r>
              <a:rPr lang="es-CO" dirty="0" err="1"/>
              <a:t>width</a:t>
            </a:r>
            <a:r>
              <a:rPr lang="es-CO" dirty="0"/>
              <a:t>=</a:t>
            </a:r>
            <a:r>
              <a:rPr lang="es-CO" dirty="0" err="1"/>
              <a:t>device-width</a:t>
            </a:r>
            <a:r>
              <a:rPr lang="es-CO" dirty="0"/>
              <a:t>, </a:t>
            </a:r>
            <a:r>
              <a:rPr lang="es-CO" dirty="0" err="1"/>
              <a:t>initial-scale</a:t>
            </a:r>
            <a:r>
              <a:rPr lang="es-CO" dirty="0"/>
              <a:t>=1.0" /&gt;</a:t>
            </a:r>
          </a:p>
          <a:p>
            <a:r>
              <a:rPr lang="es-CO" dirty="0"/>
              <a:t>    &lt;</a:t>
            </a:r>
            <a:r>
              <a:rPr lang="es-CO" dirty="0" err="1"/>
              <a:t>title</a:t>
            </a:r>
            <a:r>
              <a:rPr lang="es-CO" dirty="0"/>
              <a:t>&gt;</a:t>
            </a:r>
            <a:r>
              <a:rPr lang="es-CO" dirty="0" err="1"/>
              <a:t>Document</a:t>
            </a:r>
            <a:r>
              <a:rPr lang="es-CO" dirty="0"/>
              <a:t>&lt;/</a:t>
            </a:r>
            <a:r>
              <a:rPr lang="es-CO" dirty="0" err="1"/>
              <a:t>title</a:t>
            </a:r>
            <a:r>
              <a:rPr lang="es-CO" dirty="0"/>
              <a:t>&gt;</a:t>
            </a:r>
          </a:p>
          <a:p>
            <a:r>
              <a:rPr lang="es-CO" dirty="0"/>
              <a:t>  &lt;/head&gt;</a:t>
            </a:r>
          </a:p>
          <a:p>
            <a:endParaRPr lang="es-CO" dirty="0"/>
          </a:p>
          <a:p>
            <a:r>
              <a:rPr lang="es-CO" dirty="0"/>
              <a:t>  &lt;</a:t>
            </a:r>
            <a:r>
              <a:rPr lang="es-CO" dirty="0" err="1"/>
              <a:t>body</a:t>
            </a:r>
            <a:r>
              <a:rPr lang="es-CO" dirty="0"/>
              <a:t>&gt;</a:t>
            </a:r>
          </a:p>
          <a:p>
            <a:r>
              <a:rPr lang="es-CO" dirty="0"/>
              <a:t>    &lt;h2&gt;Esta es la página 404&lt;/h2&gt;</a:t>
            </a:r>
          </a:p>
          <a:p>
            <a:r>
              <a:rPr lang="es-CO" dirty="0"/>
              <a:t>    &lt;</a:t>
            </a:r>
            <a:r>
              <a:rPr lang="es-CO" dirty="0" err="1"/>
              <a:t>img</a:t>
            </a:r>
            <a:endParaRPr lang="es-CO" dirty="0"/>
          </a:p>
          <a:p>
            <a:r>
              <a:rPr lang="es-CO" dirty="0"/>
              <a:t>      </a:t>
            </a:r>
            <a:r>
              <a:rPr lang="es-CO" dirty="0" err="1"/>
              <a:t>src</a:t>
            </a:r>
            <a:r>
              <a:rPr lang="es-CO" dirty="0"/>
              <a:t>="https://sparktco.com/</a:t>
            </a:r>
            <a:r>
              <a:rPr lang="es-CO" dirty="0" err="1"/>
              <a:t>wp-content</a:t>
            </a:r>
            <a:r>
              <a:rPr lang="es-CO" dirty="0"/>
              <a:t>/</a:t>
            </a:r>
            <a:r>
              <a:rPr lang="es-CO" dirty="0" err="1"/>
              <a:t>uploads</a:t>
            </a:r>
            <a:r>
              <a:rPr lang="es-CO" dirty="0"/>
              <a:t>/2019/07/perdido.gif"</a:t>
            </a:r>
          </a:p>
          <a:p>
            <a:r>
              <a:rPr lang="es-CO" dirty="0"/>
              <a:t>      </a:t>
            </a:r>
            <a:r>
              <a:rPr lang="es-CO" dirty="0" err="1"/>
              <a:t>alt</a:t>
            </a:r>
            <a:r>
              <a:rPr lang="es-CO" dirty="0"/>
              <a:t>=""</a:t>
            </a:r>
          </a:p>
          <a:p>
            <a:r>
              <a:rPr lang="es-CO" dirty="0"/>
              <a:t>    /&gt;</a:t>
            </a:r>
          </a:p>
          <a:p>
            <a:r>
              <a:rPr lang="es-CO" dirty="0"/>
              <a:t>  &lt;/</a:t>
            </a:r>
            <a:r>
              <a:rPr lang="es-CO" dirty="0" err="1"/>
              <a:t>body</a:t>
            </a:r>
            <a:r>
              <a:rPr lang="es-CO" dirty="0"/>
              <a:t>&gt;</a:t>
            </a:r>
          </a:p>
          <a:p>
            <a:r>
              <a:rPr lang="es-CO" dirty="0"/>
              <a:t>&lt;/</a:t>
            </a:r>
            <a:r>
              <a:rPr lang="es-CO" dirty="0" err="1"/>
              <a:t>html</a:t>
            </a:r>
            <a:r>
              <a:rPr lang="es-CO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2416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7326</TotalTime>
  <Words>454</Words>
  <Application>Microsoft Office PowerPoint</Application>
  <PresentationFormat>Panorámica</PresentationFormat>
  <Paragraphs>86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Work Sans</vt:lpstr>
      <vt:lpstr>Tema de Office</vt:lpstr>
      <vt:lpstr>Presentación de PowerPoint</vt:lpstr>
      <vt:lpstr>Que es express</vt:lpstr>
      <vt:lpstr>Conectar con express</vt:lpstr>
      <vt:lpstr>Rutas</vt:lpstr>
      <vt:lpstr>Archivos estaticos</vt:lpstr>
      <vt:lpstr>Index.html</vt:lpstr>
      <vt:lpstr>Middleware</vt:lpstr>
      <vt:lpstr>404.html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139</cp:revision>
  <dcterms:created xsi:type="dcterms:W3CDTF">2020-10-01T23:51:28Z</dcterms:created>
  <dcterms:modified xsi:type="dcterms:W3CDTF">2023-10-18T00:51:11Z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